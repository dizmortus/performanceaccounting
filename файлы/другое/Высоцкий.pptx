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4630400" cy="8229600"/>
  <p:notesSz cx="8229600" cy="14630400"/>
  <p:embeddedFontLst>
    <p:embeddedFont>
      <p:font typeface="Barlow Bold" panose="020B0604020202020204" charset="0"/>
      <p:bold r:id="rId14"/>
    </p:embeddedFont>
    <p:embeddedFont>
      <p:font typeface="Montserrat" panose="00000500000000000000" pitchFamily="2" charset="-52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20.05.2025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3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572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я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студентов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655670"/>
            <a:ext cx="7306191" cy="85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2800" b="1" dirty="0">
                <a:solidFill>
                  <a:srgbClr val="384653"/>
                </a:solidFill>
                <a:latin typeface="Montserrat" pitchFamily="34" charset="0"/>
              </a:rPr>
              <a:t>81-я студенческая научно – </a:t>
            </a:r>
          </a:p>
          <a:p>
            <a:r>
              <a:rPr lang="ru-RU" sz="2800" b="1" dirty="0">
                <a:solidFill>
                  <a:srgbClr val="384653"/>
                </a:solidFill>
                <a:latin typeface="Montserrat" pitchFamily="34" charset="0"/>
              </a:rPr>
              <a:t>техническая конференция БНТУ</a:t>
            </a:r>
            <a:endParaRPr lang="en-US" b="1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976" y="5812962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3AEE0C5A-3B8A-FCDE-42BB-9BEEA7F92AE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05CD534-53E3-CFFA-7503-784E5AA1F51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E95CC7B-5DC7-FD1A-6EAF-EF483FB9461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CC734D9-A713-7CE3-5D25-1DBFB3F9C713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7DE2DF5-4327-DEF8-FC35-62917A2759D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Создание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шаблонов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DOCX-шаблонов с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полями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23FCB62-35F1-A807-7B53-6EA346ADBF7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1EFC4-308E-4479-65CF-44A9381B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2B7F0C-1A2E-81B9-EB39-DFE02FB63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C8FDC251-FF17-3133-38A5-EDD373AD58A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06FB39-6FCF-BE3E-D308-A4F1B9A7FA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428" b="93737" l="4917" r="96899">
                        <a14:foregroundMark x1="3026" y1="3445" x2="10893" y2="7516"/>
                        <a14:foregroundMark x1="10893" y1="7516" x2="4690" y2="27766"/>
                        <a14:foregroundMark x1="4690" y1="27766" x2="8548" y2="31837"/>
                        <a14:foregroundMark x1="8548" y1="31837" x2="6354" y2="41023"/>
                        <a14:foregroundMark x1="6354" y1="41023" x2="9228" y2="50731"/>
                        <a14:foregroundMark x1="9228" y1="50731" x2="24130" y2="52505"/>
                        <a14:foregroundMark x1="24130" y1="52505" x2="64675" y2="81002"/>
                        <a14:foregroundMark x1="64675" y1="81002" x2="66793" y2="59499"/>
                        <a14:foregroundMark x1="66793" y1="59499" x2="57262" y2="71190"/>
                        <a14:foregroundMark x1="57262" y1="71190" x2="70877" y2="85595"/>
                        <a14:foregroundMark x1="70877" y1="85595" x2="92511" y2="91441"/>
                        <a14:foregroundMark x1="92511" y1="91441" x2="95764" y2="95511"/>
                        <a14:foregroundMark x1="95764" y1="95511" x2="97731" y2="81420"/>
                        <a14:foregroundMark x1="97731" y1="81420" x2="94554" y2="3132"/>
                        <a14:foregroundMark x1="94554" y1="3132" x2="40998" y2="7933"/>
                        <a14:foregroundMark x1="40998" y1="7933" x2="14750" y2="3967"/>
                        <a14:foregroundMark x1="14750" y1="3967" x2="7867" y2="5115"/>
                        <a14:foregroundMark x1="7867" y1="5115" x2="7413" y2="83299"/>
                        <a14:foregroundMark x1="7413" y1="83299" x2="2345" y2="95303"/>
                        <a14:foregroundMark x1="2345" y1="95303" x2="3707" y2="28184"/>
                        <a14:foregroundMark x1="3707" y1="28184" x2="15507" y2="17015"/>
                        <a14:foregroundMark x1="15507" y1="17015" x2="22088" y2="27453"/>
                        <a14:foregroundMark x1="22088" y1="27453" x2="45461" y2="38622"/>
                        <a14:foregroundMark x1="45461" y1="38622" x2="42436" y2="23695"/>
                        <a14:foregroundMark x1="42436" y1="23695" x2="50378" y2="13048"/>
                        <a14:foregroundMark x1="50378" y1="13048" x2="46899" y2="33820"/>
                        <a14:foregroundMark x1="46899" y1="33820" x2="49697" y2="71190"/>
                        <a14:foregroundMark x1="49697" y1="71190" x2="54312" y2="80793"/>
                        <a14:foregroundMark x1="54312" y1="80793" x2="25416" y2="87370"/>
                        <a14:foregroundMark x1="25416" y1="87370" x2="18003" y2="93841"/>
                        <a14:foregroundMark x1="18003" y1="93841" x2="11800" y2="96242"/>
                        <a14:foregroundMark x1="11800" y1="96242" x2="18079" y2="96660"/>
                        <a14:foregroundMark x1="18079" y1="96660" x2="36687" y2="93633"/>
                        <a14:foregroundMark x1="36687" y1="93633" x2="44402" y2="93737"/>
                        <a14:foregroundMark x1="81089" y1="52505" x2="62784" y2="54593"/>
                        <a14:foregroundMark x1="62784" y1="54593" x2="48109" y2="46138"/>
                        <a14:foregroundMark x1="48109" y1="46138" x2="68457" y2="25678"/>
                        <a14:foregroundMark x1="68457" y1="25678" x2="73449" y2="24322"/>
                        <a14:foregroundMark x1="73828" y1="61378" x2="80106" y2="55115"/>
                        <a14:foregroundMark x1="80106" y1="55115" x2="84569" y2="28079"/>
                        <a14:foregroundMark x1="84569" y1="28079" x2="81770" y2="18580"/>
                        <a14:foregroundMark x1="92587" y1="40292" x2="92965" y2="52923"/>
                        <a14:foregroundMark x1="92965" y1="52923" x2="76929" y2="76096"/>
                        <a14:foregroundMark x1="76929" y1="76096" x2="62330" y2="42380"/>
                        <a14:foregroundMark x1="62330" y1="42380" x2="83207" y2="28914"/>
                        <a14:foregroundMark x1="83207" y1="28914" x2="84342" y2="67641"/>
                        <a14:foregroundMark x1="38351" y1="31628" x2="28215" y2="24739"/>
                        <a14:foregroundMark x1="28215" y1="24739" x2="11044" y2="48225"/>
                        <a14:foregroundMark x1="11044" y1="48225" x2="38654" y2="70146"/>
                        <a14:foregroundMark x1="38654" y1="70146" x2="55673" y2="50418"/>
                        <a14:foregroundMark x1="55673" y1="50418" x2="55219" y2="45094"/>
                        <a14:foregroundMark x1="35250" y1="39562" x2="20651" y2="52714"/>
                        <a14:foregroundMark x1="20651" y1="52714" x2="33207" y2="80376"/>
                        <a14:foregroundMark x1="33207" y1="80376" x2="39486" y2="42902"/>
                        <a14:foregroundMark x1="39486" y1="42902" x2="8245" y2="59812"/>
                        <a14:foregroundMark x1="8245" y1="59812" x2="9834" y2="68789"/>
                        <a14:foregroundMark x1="30560" y1="54071" x2="18381" y2="65031"/>
                        <a14:foregroundMark x1="18381" y1="65031" x2="26248" y2="86430"/>
                        <a14:foregroundMark x1="26248" y1="86430" x2="15734" y2="62109"/>
                        <a14:foregroundMark x1="15734" y1="62109" x2="5068" y2="81420"/>
                        <a14:foregroundMark x1="5068" y1="81420" x2="7640" y2="83612"/>
                        <a14:foregroundMark x1="8775" y1="8768" x2="63389" y2="4071"/>
                        <a14:foregroundMark x1="63389" y1="4071" x2="84796" y2="5532"/>
                        <a14:foregroundMark x1="84796" y1="5532" x2="85023" y2="5637"/>
                        <a14:foregroundMark x1="85779" y1="11795" x2="18457" y2="14405"/>
                        <a14:foregroundMark x1="18457" y1="14405" x2="79123" y2="10647"/>
                        <a14:foregroundMark x1="79123" y1="10647" x2="75038" y2="11587"/>
                        <a14:foregroundMark x1="95537" y1="5846" x2="96899" y2="46347"/>
                        <a14:foregroundMark x1="93646" y1="75052" x2="92057" y2="17537"/>
                        <a14:foregroundMark x1="85779" y1="78706" x2="84115" y2="86117"/>
                        <a14:foregroundMark x1="84115" y1="86117" x2="86157" y2="73382"/>
                        <a14:foregroundMark x1="86157" y1="73382" x2="74433" y2="75783"/>
                        <a14:foregroundMark x1="74433" y1="75783" x2="62935" y2="90084"/>
                        <a14:foregroundMark x1="62935" y1="90084" x2="34947" y2="88309"/>
                        <a14:foregroundMark x1="34947" y1="88309" x2="34796" y2="87474"/>
                        <a14:foregroundMark x1="12405" y1="31837" x2="20802" y2="33299"/>
                        <a14:foregroundMark x1="20802" y1="33299" x2="54539" y2="30063"/>
                        <a14:foregroundMark x1="54539" y1="30063" x2="47428" y2="32881"/>
                        <a14:foregroundMark x1="65582" y1="21503" x2="47352" y2="26200"/>
                        <a14:foregroundMark x1="47352" y1="26200" x2="57564" y2="29436"/>
                        <a14:foregroundMark x1="57564" y1="29436" x2="60363" y2="17745"/>
                        <a14:foregroundMark x1="60363" y1="17745" x2="35325" y2="19729"/>
                        <a14:foregroundMark x1="13011" y1="23904" x2="17322" y2="22025"/>
                        <a14:foregroundMark x1="17322" y1="22025" x2="12405" y2="24948"/>
                        <a14:backgroundMark x1="1135" y1="6472" x2="1059" y2="939"/>
                        <a14:backgroundMark x1="908" y1="9395" x2="378" y2="360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294" y="1426897"/>
            <a:ext cx="8923088" cy="64662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DFF9FCF-7723-769E-B0E0-1429A529AD7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3F47D8A-925D-2787-E045-3147E9F4520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10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314</Words>
  <Application>Microsoft Office PowerPoint</Application>
  <PresentationFormat>Произвольный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Barlow Bold</vt:lpstr>
      <vt:lpstr>Arial</vt:lpstr>
      <vt:lpstr>Montserrat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12</cp:revision>
  <dcterms:created xsi:type="dcterms:W3CDTF">2025-05-11T21:36:33Z</dcterms:created>
  <dcterms:modified xsi:type="dcterms:W3CDTF">2025-05-20T01:13:23Z</dcterms:modified>
</cp:coreProperties>
</file>