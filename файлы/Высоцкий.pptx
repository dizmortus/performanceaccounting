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Montserrat" panose="00000500000000000000" pitchFamily="2" charset="-52"/>
      <p:regular r:id="rId12"/>
    </p:embeddedFont>
    <p:embeddedFont>
      <p:font typeface="Montserrat Bold" panose="020B0604020202020204" charset="-52"/>
      <p:bold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1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64145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Автоматизация учета успеваемости студентов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339179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Веб-решение для образовательных учреждений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3982225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Оптимизация мониторинга успеваемости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309" y="4576109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административных задач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8309" y="5702141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309" y="5875436"/>
            <a:ext cx="5556766" cy="1552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ru-RU" sz="1600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Выполнил: Высоцкий Максим Леонидович,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1600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студент группы 10702121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1600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Руководитель: </a:t>
            </a:r>
            <a:r>
              <a:rPr lang="ru-RU" sz="1600" dirty="0" err="1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Сидорик</a:t>
            </a:r>
            <a:r>
              <a:rPr lang="ru-RU" sz="1600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Валерий Владимирович,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1600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к.ф.-м.н., доцент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6426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Проблемы традиционных методов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544550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Временные затраты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462326" y="4431387"/>
            <a:ext cx="29743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обработка требует много времени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4707374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62" y="3544550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1391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Вероятность ошибок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411391" y="4431387"/>
            <a:ext cx="29743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Человеческий фактор снижает точность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758309" y="555807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97" y="5588020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2326" y="5632490"/>
            <a:ext cx="29448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Сложность анализа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462326" y="6118622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Затруднен сбор статистических данных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28687"/>
            <a:ext cx="76597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Цели и функции системы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284" y="2074664"/>
            <a:ext cx="1622822" cy="126599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295" y="2674620"/>
            <a:ext cx="304681" cy="3807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64681" y="2291239"/>
            <a:ext cx="361045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Статистический анализ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064681" y="2777371"/>
            <a:ext cx="361045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Расчет показателей по группам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4902160" y="3352443"/>
            <a:ext cx="8915876" cy="15240"/>
          </a:xfrm>
          <a:prstGeom prst="roundRect">
            <a:avLst>
              <a:gd name="adj" fmla="val 2132502"/>
            </a:avLst>
          </a:prstGeom>
          <a:solidFill>
            <a:srgbClr val="BACFDD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873" y="3394710"/>
            <a:ext cx="3245644" cy="126599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4295" y="3837265"/>
            <a:ext cx="304681" cy="38076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76092" y="3611285"/>
            <a:ext cx="342840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Электронная рассылка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5876092" y="4097417"/>
            <a:ext cx="43449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Автоматическая отправка ведомостей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5713571" y="4672489"/>
            <a:ext cx="8104465" cy="15240"/>
          </a:xfrm>
          <a:prstGeom prst="roundRect">
            <a:avLst>
              <a:gd name="adj" fmla="val 2132502"/>
            </a:avLst>
          </a:prstGeom>
          <a:solidFill>
            <a:srgbClr val="BACFDD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2462" y="4714756"/>
            <a:ext cx="4868466" cy="126599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4295" y="5157311"/>
            <a:ext cx="304681" cy="38076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87503" y="4931331"/>
            <a:ext cx="418409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Формирование ведомостей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687503" y="5417463"/>
            <a:ext cx="43779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Автоматическое создание документов</a:t>
            </a:r>
            <a:endParaRPr lang="en-US" sz="1700" dirty="0"/>
          </a:p>
        </p:txBody>
      </p:sp>
      <p:sp>
        <p:nvSpPr>
          <p:cNvPr id="17" name="Shape 9"/>
          <p:cNvSpPr/>
          <p:nvPr/>
        </p:nvSpPr>
        <p:spPr>
          <a:xfrm>
            <a:off x="6524982" y="5992535"/>
            <a:ext cx="7293054" cy="15240"/>
          </a:xfrm>
          <a:prstGeom prst="roundRect">
            <a:avLst>
              <a:gd name="adj" fmla="val 2132502"/>
            </a:avLst>
          </a:prstGeom>
          <a:solidFill>
            <a:srgbClr val="BACFDD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051" y="6034802"/>
            <a:ext cx="6491288" cy="1265992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4295" y="6477357"/>
            <a:ext cx="304681" cy="38076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498913" y="6251377"/>
            <a:ext cx="370677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Мониторинг активности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7498913" y="6737509"/>
            <a:ext cx="409074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Учет посещаемости и успеваемости</a:t>
            </a:r>
            <a:endParaRPr lang="en-US" sz="17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44495E7-EF80-7669-03CA-141C559B721B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05928"/>
            <a:ext cx="672084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Технологический стек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758327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язык разработки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4831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79" y="3285946"/>
            <a:ext cx="243721" cy="304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75946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Node.js + Express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475946" y="3758327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Серверная часть приложения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93715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662" y="3285946"/>
            <a:ext cx="243721" cy="3046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75946" y="527054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Next.js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475946" y="5756672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Клиентская часть с App Router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93715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662" y="5784830"/>
            <a:ext cx="243721" cy="3046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82178" y="5270540"/>
            <a:ext cx="29721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PostgreSQL + Sequelize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758309" y="5756672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данными</a:t>
            </a:r>
            <a:endParaRPr lang="en-US" sz="17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94831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779" y="5784830"/>
            <a:ext cx="243721" cy="304681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6EA6DE3-0D72-A502-E805-01EA841106F1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3972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Архитектура приложения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390061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6066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Клиентская часть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52861" y="3092768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React-компоненты на базе хуков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3689985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39065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 API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52861" y="4392692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данными в формате JSON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989909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1" y="5206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Серверная часть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52861" y="569261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Обработка запросов и бизнес-логика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709" y="6289834"/>
            <a:ext cx="1083231" cy="12999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52861" y="6506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База данных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652861" y="6992541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Хранение информации о студентах</a:t>
            </a:r>
            <a:endParaRPr lang="en-US" sz="17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72B1B8B-5991-DEEC-E2DA-A57074AC677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708660"/>
            <a:ext cx="677822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Система безопасности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1746290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1970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JWT-токены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68904" y="24566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Аутентификация с проверкой при каждом запросе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3244096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8904" y="34682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Refresh-токены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68904" y="3954423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Обеспечение непрерывности сессии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4741902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49660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Ролевая модель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8904" y="5452229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Разграничение доступа между пользователями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4709" y="6239708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8904" y="6463903"/>
            <a:ext cx="648402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Шифрование AES-256 и хеширование bcrypt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68904" y="6950035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учетных данных преподавателей</a:t>
            </a:r>
            <a:endParaRPr lang="en-US" sz="17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2314C6-D30B-F7D1-3B37-163CD505C13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586401"/>
            <a:ext cx="67465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Работа с документами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5598914"/>
            <a:ext cx="3034665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309" y="6140410"/>
            <a:ext cx="302775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Создание шаблонов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6626543"/>
            <a:ext cx="30346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DOCX-шаблонов с полями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117896" y="5273993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7896" y="5815489"/>
            <a:ext cx="3034784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Заполнение данными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131588" y="6274464"/>
            <a:ext cx="303478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Docxtemplater + PizZip для вставки данных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477601" y="4948952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77601" y="54904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Конвертация в PDF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7601" y="5976580"/>
            <a:ext cx="303478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COM-интерфейс Microsoft Word через PowerShell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0837307" y="4624030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37307" y="5165527"/>
            <a:ext cx="3034784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Отправка документов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857905" y="5629870"/>
            <a:ext cx="303478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Рассылка через Nodemailer по SMTP</a:t>
            </a:r>
            <a:endParaRPr lang="en-US" sz="17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0DC2E61-2E8B-5CDD-6D53-35831D6A5EA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24602"/>
            <a:ext cx="615636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Удобный интерфейс</a:t>
            </a:r>
            <a:endParaRPr lang="en-US" sz="445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DAC81B3-BA62-AF77-1566-72026BA9D4FB}"/>
              </a:ext>
            </a:extLst>
          </p:cNvPr>
          <p:cNvSpPr/>
          <p:nvPr/>
        </p:nvSpPr>
        <p:spPr>
          <a:xfrm>
            <a:off x="758309" y="1498640"/>
            <a:ext cx="7604641" cy="6106358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21EFC4-308E-4479-65CF-44A9381BC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37" b="95308" l="2219" r="96098">
                        <a14:foregroundMark x1="2601" y1="3545" x2="21806" y2="24922"/>
                        <a14:foregroundMark x1="21806" y1="24922" x2="22724" y2="34098"/>
                        <a14:foregroundMark x1="36802" y1="18352" x2="20735" y2="24609"/>
                        <a14:foregroundMark x1="20735" y1="24609" x2="13083" y2="32638"/>
                        <a14:foregroundMark x1="10252" y1="13034" x2="15302" y2="21585"/>
                        <a14:foregroundMark x1="15302" y1="21585" x2="38103" y2="26590"/>
                        <a14:foregroundMark x1="38103" y1="26590" x2="33971" y2="18040"/>
                        <a14:foregroundMark x1="2372" y1="3962" x2="12777" y2="3233"/>
                        <a14:foregroundMark x1="12777" y1="3233" x2="25478" y2="3650"/>
                        <a14:foregroundMark x1="25478" y1="3650" x2="32670" y2="3233"/>
                        <a14:foregroundMark x1="32670" y1="3233" x2="61132" y2="3754"/>
                        <a14:foregroundMark x1="61132" y1="3754" x2="79495" y2="3024"/>
                        <a14:foregroundMark x1="79495" y1="3024" x2="95333" y2="3650"/>
                        <a14:foregroundMark x1="95333" y1="3650" x2="98087" y2="13452"/>
                        <a14:foregroundMark x1="98087" y1="13452" x2="97016" y2="91032"/>
                        <a14:foregroundMark x1="97016" y1="91032" x2="89594" y2="97289"/>
                        <a14:foregroundMark x1="89594" y1="97289" x2="4591" y2="94369"/>
                        <a14:foregroundMark x1="4591" y1="94369" x2="2219" y2="3754"/>
                        <a14:foregroundMark x1="8569" y1="22836" x2="42234" y2="59020"/>
                        <a14:foregroundMark x1="42234" y1="59020" x2="45218" y2="59750"/>
                        <a14:foregroundMark x1="50268" y1="23149" x2="19740" y2="69552"/>
                        <a14:foregroundMark x1="19740" y1="69552" x2="19434" y2="70490"/>
                        <a14:foregroundMark x1="26626" y1="10428" x2="33359" y2="13660"/>
                        <a14:foregroundMark x1="33359" y1="13660" x2="43535" y2="24400"/>
                        <a14:foregroundMark x1="43535" y1="24400" x2="40092" y2="26903"/>
                        <a14:foregroundMark x1="53940" y1="10636" x2="40627" y2="20959"/>
                        <a14:foregroundMark x1="40627" y1="20959" x2="61974" y2="23670"/>
                        <a14:foregroundMark x1="61974" y1="23670" x2="54552" y2="52972"/>
                        <a14:foregroundMark x1="54552" y1="52972" x2="74904" y2="76330"/>
                        <a14:foregroundMark x1="74904" y1="76330" x2="79954" y2="79041"/>
                        <a14:foregroundMark x1="69931" y1="36705" x2="68171" y2="53493"/>
                        <a14:foregroundMark x1="68171" y1="53493" x2="53481" y2="63504"/>
                        <a14:foregroundMark x1="53481" y1="63504" x2="50650" y2="67049"/>
                        <a14:foregroundMark x1="33971" y1="64234" x2="34736" y2="52033"/>
                        <a14:foregroundMark x1="34736" y1="52033" x2="40933" y2="39625"/>
                        <a14:foregroundMark x1="40933" y1="39625" x2="72073" y2="16997"/>
                        <a14:foregroundMark x1="72073" y1="16997" x2="84774" y2="29093"/>
                        <a14:foregroundMark x1="84774" y1="29093" x2="91584" y2="13452"/>
                        <a14:foregroundMark x1="91584" y1="13452" x2="94950" y2="27842"/>
                        <a14:foregroundMark x1="94950" y1="27842" x2="93191" y2="89051"/>
                        <a14:foregroundMark x1="93191" y1="89051" x2="82555" y2="79353"/>
                        <a14:foregroundMark x1="94721" y1="95308" x2="96098" y2="59437"/>
                        <a14:foregroundMark x1="53787" y1="35036" x2="51721" y2="48175"/>
                        <a14:foregroundMark x1="51721" y1="48175" x2="54017" y2="43379"/>
                        <a14:foregroundMark x1="90436" y1="93222" x2="85769" y2="921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0329" y="2046951"/>
            <a:ext cx="6820599" cy="5004556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9AB82B-1CB4-A303-7448-1D6B7E93EB7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05AA4F5E-BDB2-CA3E-5790-AF791E72F763}"/>
              </a:ext>
            </a:extLst>
          </p:cNvPr>
          <p:cNvSpPr/>
          <p:nvPr/>
        </p:nvSpPr>
        <p:spPr>
          <a:xfrm>
            <a:off x="8754970" y="1498640"/>
            <a:ext cx="4725101" cy="6106358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9B64B3E-B27F-62D3-8A7F-AC19DBBA30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20254" y="2042755"/>
            <a:ext cx="3994531" cy="5004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16856"/>
            <a:ext cx="737496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Преимущества решения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662833"/>
            <a:ext cx="4190762" cy="2590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523667"/>
            <a:ext cx="291024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Экономия времени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6009799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Сокращение рутинных операций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2662833"/>
            <a:ext cx="4190762" cy="25900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5523667"/>
            <a:ext cx="40396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Локальное развертывание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19819" y="6009799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Независимость от внешних сервисов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2662833"/>
            <a:ext cx="4190762" cy="25900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5523667"/>
            <a:ext cx="4190762" cy="48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Повышение эффективности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81329" y="6009799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Минимизация ошибок при учете</a:t>
            </a:r>
            <a:endParaRPr lang="en-US" sz="17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48C373F-13EC-E30D-77FE-6C8059EB637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230</Words>
  <Application>Microsoft Office PowerPoint</Application>
  <PresentationFormat>Произвольный</PresentationFormat>
  <Paragraphs>77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Montserrat</vt:lpstr>
      <vt:lpstr>Barlow Bold</vt:lpstr>
      <vt:lpstr>Arial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 Vysotsky</cp:lastModifiedBy>
  <cp:revision>4</cp:revision>
  <dcterms:created xsi:type="dcterms:W3CDTF">2025-05-11T21:36:33Z</dcterms:created>
  <dcterms:modified xsi:type="dcterms:W3CDTF">2025-05-11T22:24:12Z</dcterms:modified>
</cp:coreProperties>
</file>